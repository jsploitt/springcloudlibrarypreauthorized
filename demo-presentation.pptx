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SpringCloud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556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33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on AWS  ·  Terraform IaC  ·  CI/CD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 455  —  University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594360"/>
            <a:ext cx="658368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06440" y="59436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612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896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on ECS Fargate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1673352"/>
            <a:ext cx="658368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167335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19751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· AWS SSM Secret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06440" y="2752344"/>
            <a:ext cx="658368" cy="5669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2752344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7706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054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infra as 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06440" y="3831336"/>
            <a:ext cx="65836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3831336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0" y="4133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ECR → ECS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library management system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sign up, log in, and browse books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add / delete books and manage users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4 independent Spring Boot services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provisioned on AWS — zero manual setup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destroy &amp; restore everything in ~5–7 min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17320"/>
            <a:ext cx="192024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58191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91109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microservices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417320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03720" y="1417320"/>
            <a:ext cx="192024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58191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13448" y="191109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MVC + Eureka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587752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87752"/>
            <a:ext cx="192024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7523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0815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2587752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2587752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27523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13448" y="30815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58184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58184"/>
            <a:ext cx="192024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922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RDS — fast demo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03720" y="3758184"/>
            <a:ext cx="192024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3758184"/>
            <a:ext cx="192024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392277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13448" y="42519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OIDC auth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" y="2286000"/>
            <a:ext cx="1005840" cy="594360"/>
          </a:xfrm>
          <a:prstGeom prst="rect">
            <a:avLst/>
          </a:prstGeom>
          <a:solidFill>
            <a:srgbClr val="0F3060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2286000"/>
            <a:ext cx="91440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612898"/>
            <a:ext cx="9144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2583180"/>
            <a:ext cx="3657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4825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▶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2286000"/>
            <a:ext cx="1005840" cy="594360"/>
          </a:xfrm>
          <a:prstGeom prst="rect">
            <a:avLst/>
          </a:prstGeom>
          <a:solidFill>
            <a:srgbClr val="0F3060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2286000"/>
            <a:ext cx="91440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612898"/>
            <a:ext cx="9144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2583180"/>
            <a:ext cx="365760" cy="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4825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0360" y="2286000"/>
            <a:ext cx="123444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2286000"/>
            <a:ext cx="114300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612898"/>
            <a:ext cx="1143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GW :8080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0" y="2583180"/>
            <a:ext cx="50292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481328"/>
            <a:ext cx="0" cy="1101852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3807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481328"/>
            <a:ext cx="41148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583180"/>
            <a:ext cx="50292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583180"/>
            <a:ext cx="0" cy="836676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31927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419856"/>
            <a:ext cx="41148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1188720"/>
            <a:ext cx="1234440" cy="594360"/>
          </a:xfrm>
          <a:prstGeom prst="rect">
            <a:avLst/>
          </a:prstGeom>
          <a:solidFill>
            <a:srgbClr val="1A1A3A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1188720"/>
            <a:ext cx="114300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1515618"/>
            <a:ext cx="1143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Auth/JWT :8085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263640" y="1485900"/>
            <a:ext cx="36576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3853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1188720"/>
            <a:ext cx="914400" cy="594360"/>
          </a:xfrm>
          <a:prstGeom prst="rect">
            <a:avLst/>
          </a:prstGeom>
          <a:solidFill>
            <a:srgbClr val="0F2A1A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75120" y="1188720"/>
            <a:ext cx="822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1515618"/>
            <a:ext cx="822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3200400"/>
            <a:ext cx="1234440" cy="594360"/>
          </a:xfrm>
          <a:prstGeom prst="rect">
            <a:avLst/>
          </a:prstGeom>
          <a:solidFill>
            <a:srgbClr val="1A2A1A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3200400"/>
            <a:ext cx="114300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74920" y="3527298"/>
            <a:ext cx="114300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:8086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63640" y="3497580"/>
            <a:ext cx="36576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3969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29400" y="3200400"/>
            <a:ext cx="914400" cy="594360"/>
          </a:xfrm>
          <a:prstGeom prst="rect">
            <a:avLst/>
          </a:prstGeom>
          <a:solidFill>
            <a:srgbClr val="0F2A1A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75120" y="3200400"/>
            <a:ext cx="822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DB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527298"/>
            <a:ext cx="822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bookdb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29400" y="2286000"/>
            <a:ext cx="914400" cy="594360"/>
          </a:xfrm>
          <a:prstGeom prst="rect">
            <a:avLst/>
          </a:prstGeom>
          <a:solidFill>
            <a:srgbClr val="2A1A0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75120" y="2286000"/>
            <a:ext cx="822960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2612898"/>
            <a:ext cx="822960" cy="24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name-changes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29400" y="1481328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086600" y="1481328"/>
            <a:ext cx="0" cy="80467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86600" y="1481328"/>
            <a:ext cx="0" cy="80467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7086600" y="2880360"/>
            <a:ext cx="0" cy="612648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629400" y="3493008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2880360" y="4206240"/>
            <a:ext cx="1234440" cy="548640"/>
          </a:xfrm>
          <a:prstGeom prst="rect">
            <a:avLst/>
          </a:prstGeom>
          <a:solidFill>
            <a:srgbClr val="1A1A2A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926080" y="4206240"/>
            <a:ext cx="114300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26080" y="4507992"/>
            <a:ext cx="114300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:8761 registry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493008" y="4206240"/>
            <a:ext cx="0" cy="-1307592"/>
          </a:xfrm>
          <a:prstGeom prst="line">
            <a:avLst/>
          </a:prstGeom>
          <a:noFill/>
          <a:ln w="12700">
            <a:solidFill>
              <a:srgbClr val="818CF8"/>
            </a:solidFill>
            <a:prstDash val="sysDash"/>
          </a:ln>
        </p:spPr>
      </p:sp>
      <p:sp>
        <p:nvSpPr>
          <p:cNvPr id="54" name="Shape 52"/>
          <p:cNvSpPr/>
          <p:nvPr/>
        </p:nvSpPr>
        <p:spPr>
          <a:xfrm>
            <a:off x="3493008" y="2898648"/>
            <a:ext cx="1536192" cy="0"/>
          </a:xfrm>
          <a:prstGeom prst="line">
            <a:avLst/>
          </a:prstGeom>
          <a:noFill/>
          <a:ln w="12700">
            <a:solidFill>
              <a:srgbClr val="818CF8"/>
            </a:solidFill>
            <a:prstDash val="sysDash"/>
          </a:ln>
        </p:spPr>
      </p:sp>
      <p:sp>
        <p:nvSpPr>
          <p:cNvPr id="55" name="Shape 53"/>
          <p:cNvSpPr/>
          <p:nvPr/>
        </p:nvSpPr>
        <p:spPr>
          <a:xfrm>
            <a:off x="3493008" y="4206240"/>
            <a:ext cx="0" cy="-640080"/>
          </a:xfrm>
          <a:prstGeom prst="line">
            <a:avLst/>
          </a:prstGeom>
          <a:noFill/>
          <a:ln w="12700">
            <a:solidFill>
              <a:srgbClr val="818CF8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>
            <a:off x="274320" y="4919472"/>
            <a:ext cx="256032" cy="91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423160" y="4919472"/>
            <a:ext cx="256032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0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registration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0" y="4919472"/>
            <a:ext cx="25603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DB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720840" y="4919472"/>
            <a:ext cx="256032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40880" y="48737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async events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Microservices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:8761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 — all services register on startup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resolves names via Eureka (no hardcoded IPs)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 — does not register itself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/actuator/health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097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55280" y="1097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49047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for all client traffic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/auth/** → User Service  |  /book/** → Book Service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MVC + load-balanced RestTemplate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not validated here — delegated to each service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41605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36499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signup, login, user management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JWT tokens (HS256, 1-hour expiry)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endpoints: change-status, change-name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SQS events on name changes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admin user (admin/Admin123!) on startup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6052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3464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9718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0" y="2971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36499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book catalog (add, delete, filter, list)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@PreAuthorize("hasRole('ADMIN')") on add/delete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User Service to verify ACTIVE status on every request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types: PrintedBook, AudioBook, EBook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4-digit ISBN with checksum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 —  POST /book/add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996696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9966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01498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POST /book/add  with JWT Bearer token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36192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1572768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572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15910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port-80 traffic to API Gateway target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1993392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112264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2148840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1671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/book/** → lb("book-service") → Eureka lookup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569464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88336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2724912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7249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2743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ROLE_ADMIN check  |  JWT validated locally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45536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644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3300984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3009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33192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call: verify user status = ACTIVE  |  fetch creator name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721608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84048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4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3877056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3877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94560" y="38953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verifyISBN()  →  bookService.addBook()  →  H2 in-memory DB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4297680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16552"/>
            <a:ext cx="457200" cy="45720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68680" y="4453128"/>
            <a:ext cx="1188720" cy="384048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194560" y="44714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201 Created  { "message": "The book ... has been added" 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 —  JWT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3716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/auth/signup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email, password → saved as ROLE_USER, ACTIVE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13716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validated → JWT issued (HS256, 1-hour TTL)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51560" y="2514600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43200"/>
            <a:ext cx="13716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&lt;token&gt;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includes token in Authorization header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3200400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29000"/>
            <a:ext cx="13716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validated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validates token locally using shared secret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51560" y="3886200"/>
            <a:ext cx="0" cy="228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14800"/>
            <a:ext cx="1371600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E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 extracted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Service calls User Service with UUID from token payload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Anatomy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402336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71600"/>
            <a:ext cx="40233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813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8105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alg: HS256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402336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468880"/>
            <a:ext cx="402336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290779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(UUID)  ·  role  ·  username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iat  ·  exp (+1h)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66160"/>
            <a:ext cx="4023360" cy="960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6616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0050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HMAC-SHA256 signed with JWT_SECRET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(stored in AWS SSM Parameter Store)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2A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admin seeded on startup:  username: admin   password: Admin123!   role: ROLE_ADMIN   status: ACTIVE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 —  Terraform Managed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Subnets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10.0.0.0/16  ·  2 public subnets (us-east-1a/b)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 ·  No NAT Gateway (public subnets only)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Internet-facing  ·  Port 80 → API Gateway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8761 → Eureka  ·  Path rules: /auth/*, /book/*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84248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93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3957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services  ·  Fargate launch type  ·  assign_public_ip=true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Insights  ·  Graceful shutdown (8–30s)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984248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84248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93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39572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repositories  ·  Image scanning on push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keep 10 most recent images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008376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08376"/>
            <a:ext cx="41605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41985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library-prod-user-name-changes  ·  Long-polling 20s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retention  ·  30s visibility timeout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008376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008376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Parameter Store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41985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secret stored as SecureString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 execution role reads it at launch (no env plaintext)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032504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32504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142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4439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Execution: ECR pull, CloudWatch logs, SSM read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Role: SQS send/receive/delete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4032504"/>
            <a:ext cx="4160520" cy="91440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4032504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142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44439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groups for all 4 services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Container Insights enabled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 —  GitHub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on push to main branch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57200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039112"/>
            <a:ext cx="0" cy="20116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795528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325880"/>
            <a:ext cx="79552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Checkout + 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691640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(Temurin)  ·  mvn clean package -DskipTests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all 4 service JARs with Maven cache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57200" cy="7132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2402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2953512"/>
            <a:ext cx="0" cy="201168"/>
          </a:xfrm>
          <a:prstGeom prst="line">
            <a:avLst/>
          </a:prstGeom>
          <a:noFill/>
          <a:ln w="2540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240280"/>
            <a:ext cx="795528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2240280"/>
            <a:ext cx="795528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313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OIDC Auth to AWS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606040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role via GitHub OIDC — NO long-lived credentials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aws_role_arn from GitHub Secrets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57200" cy="71323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1546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2920" y="3867912"/>
            <a:ext cx="0" cy="201168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154680"/>
            <a:ext cx="795528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3154680"/>
            <a:ext cx="795528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Build + Push Images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520440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docker build &amp; push to ECR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Git SHA + 'latest' for traceability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69080"/>
            <a:ext cx="45720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406908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68680" y="4069080"/>
            <a:ext cx="7955280" cy="71323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8680" y="4069080"/>
            <a:ext cx="7955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142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 to ECS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4434840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update-service --force-new-deployment ×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pulls new 'latest' image, rolling replace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NOT in the pipeline — infrastructure is applied locally to preserve state. Only app images are built and deployed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—  Full Destroy &amp; Restore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~5–7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56692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60120"/>
            <a:ext cx="566928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destroy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49047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Destroys: VPC, ALB, ECS, SQS, ECR, SSM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Survives: OIDC provider + GitHub Actions IAM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(lifecycle { prevent_destroy = true })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219456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304288"/>
            <a:ext cx="56692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04288"/>
            <a:ext cx="5669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957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0" y="2395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560" y="2834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Recreates all destroyed resources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ALB DNS · fresh ECS services · empty ECR repos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35387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648456"/>
            <a:ext cx="5669280" cy="123444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3648456"/>
            <a:ext cx="566928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7398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0" y="373989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41788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builds 4 Docker images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ECR · forces ECS redeployment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265176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78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fast?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531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RDS (was 5+ min)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NAT Gateway (was 2-3 min)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H2 in-memory DB instead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In-Memory DB instead of 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RDS takes 5+ min to provision/destroy — unacceptable for a 10-min demo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auto-creates schema on startup (ddl-auto=create)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@Table(name="users") avoids H2's reserved keyword USER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— No NAT Gateway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NAT Gateway costs money and adds 2–3 min to destroy 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tasks get public IPs directly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restrict inbound to ALB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41605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Authentication in CI/CD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Long-lived AWS credentials in GitHub Secrets are a security risk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assumes IAM role via OIDC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stored AWS secrets — federated identity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416052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441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prevent_destroy on Bootstrap Resources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terraform destroy would delete the OIDC provider and break CI/CD permanently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108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{ prevent_destroy = true } on OIDC provider + GitHub Actions IAM role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survive every destroy/apply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41605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13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Service Discovery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Services need to talk to each other without hardcoded IPs or DNS names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registers with Eureka on startup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@LoadBalanced RestTemplate resolves http://user-service automatically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6052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03320"/>
            <a:ext cx="416052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13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— Local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S3 backend adds complexity; single developer owns infra for this demo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4480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terraform.tfstate committed locally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NOT in pipeline — applied manually before demo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→ ALB → API Gateway → Service  (no direct access to individual services)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1417320" cy="6583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6187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Login as admin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261872"/>
            <a:ext cx="5486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298448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{"username":"admin","password":"Admin123!"}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52360" y="14264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JWT token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20824"/>
            <a:ext cx="1417320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0208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a book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020824"/>
            <a:ext cx="5486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2057400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/book/add  [Bearer token]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{"bookType":"PrintedBook","title":"Clean Code","author":"Robert Martin","genre":"Software","ISBN":"1232"}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52360" y="218541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 Created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79776"/>
            <a:ext cx="141732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7797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Signup user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779776"/>
            <a:ext cx="5486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20240" y="2816352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/auth/signup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{"username":"bob","email":"bob@test.com","firstName":"Bob","lastName":"Jones","password":"Test123!"}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52360" y="29443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 by default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538728"/>
            <a:ext cx="14173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5387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List all books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3538728"/>
            <a:ext cx="5486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20240" y="357530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/book/all  [Bearer token]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52360" y="37033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array of books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1417320" cy="6583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29768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Get total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4297680"/>
            <a:ext cx="54864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20240" y="4334256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/book/total  [Bearer token]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52360" y="44622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{"total":1}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URL: library-prod-alb-2029213111.us-east-1.elb.amazonaws.com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93592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Spring Boot microservices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+ Eureka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+ ALB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async messaging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520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 — 1 command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977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+ OIDC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destroy &amp; restore &lt; 7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914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931920" y="1572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Code.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93192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Provision, destroy, and restore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cloud system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 — not hours.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1920" y="3703320"/>
            <a:ext cx="493776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409651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github.com/Jsploitt/SpringCloudLibraryPreAuthorized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SpringCloud Library System</dc:title>
  <dc:subject>PptxGenJS Presentation</dc:subject>
  <dc:creator>PptxGenJS</dc:creator>
  <cp:lastModifiedBy>PptxGenJS</cp:lastModifiedBy>
  <cp:revision>1</cp:revision>
  <dcterms:created xsi:type="dcterms:W3CDTF">2026-05-03T13:44:47Z</dcterms:created>
  <dcterms:modified xsi:type="dcterms:W3CDTF">2026-05-03T13:44:47Z</dcterms:modified>
</cp:coreProperties>
</file>